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Bilgisayar Mühendisliğine Giriş</a:t>
            </a:r>
          </a:p>
          <a:p>
            <a:r>
              <a:t>Güz Dönem Projesi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Vary Manipülasyonu ve Mantık Kapıları</a:t>
            </a:r>
          </a:p>
          <a:p/>
          <a:p>
            <a:r>
              <a:t>Öğrenci Adı Soyadı: Lassana Baba Siby</a:t>
            </a:r>
          </a:p>
          <a:p>
            <a:r>
              <a:t>Öğrenci No: 25360859187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Sunumun Amacı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 sunumun amacı:</a:t>
            </a:r>
          </a:p>
          <a:p>
            <a:r>
              <a:t>- Mantık kapılarını tanıtmak</a:t>
            </a:r>
          </a:p>
          <a:p>
            <a:r>
              <a:t>- Bilgisayar mimarisiyle ilişkisini açıklamak</a:t>
            </a:r>
          </a:p>
          <a:p>
            <a:r>
              <a:t>- Python ile basit bir mantık devresi simülatörü fikrini anlatmak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Bilgisayar Mimarisi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Bilgisayar mimarisi, bilgisayarın donanım bileşenlerinin nasıl çalıştığını ve birbiriyle nasıl iletişim kurduğunu inceler.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Temel Donanım Bileşenleri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Bilgisayarın temel bileşenleri:</a:t>
            </a:r>
          </a:p>
          <a:p>
            <a:r>
              <a:t>- CPU</a:t>
            </a:r>
          </a:p>
          <a:p>
            <a:r>
              <a:t>- ALU</a:t>
            </a:r>
          </a:p>
          <a:p>
            <a:r>
              <a:t>- Bellek</a:t>
            </a:r>
          </a:p>
          <a:p>
            <a:r>
              <a:t>- Giriş/Çıkış birimleri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 (Merkezi İşlem Birimi)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CPU, bilgisayarın beynidir.</a:t>
            </a:r>
          </a:p>
          <a:p>
            <a:r>
              <a:t>Tüm hesaplamalar ve kontrol işlemleri burada yapılır.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ALU (Aritmetik Mantık Birimi)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ALU, CPU içerisinde yer alır.</a:t>
            </a:r>
          </a:p>
          <a:p>
            <a:r>
              <a:t>Toplama, çıkarma ve mantıksal işlemleri gerçekleştirir.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Makine Dili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Makine dili, bilgisayarın doğrudan anlayabildiği 0 ve 1’lerden oluşan dildir.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İkili Sayı Sistemi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Bilgisayarlar ikili sayı sistemi kullanır.</a:t>
            </a:r>
          </a:p>
          <a:p>
            <a:r>
              <a:t>0: Kapalı</a:t>
            </a:r>
          </a:p>
          <a:p>
            <a:r>
              <a:t>1: Açık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Mantık Kapıları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Mantık kapıları, bir veya daha fazla girişe göre mantıksal sonuç üreten yapılardır.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 Kapısı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Tüm girişler 1 ise sonuç 1 olur.</a:t>
            </a:r>
          </a:p>
          <a:p>
            <a:r>
              <a:t>Aksi halde sonuç 0’dır.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 Kapısı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Girişlerden en az biri 1 ise sonuç 1 olur.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Kapısı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Girişin tersini üretir.</a:t>
            </a:r>
          </a:p>
          <a:p>
            <a:r>
              <a:t>1 → 0</a:t>
            </a:r>
          </a:p>
          <a:p>
            <a:r>
              <a:t>0 →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XOR Kapısı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Girişler farklıysa sonuç 1 olur.</a:t>
            </a:r>
          </a:p>
          <a:p>
            <a:r>
              <a:t>Girişler aynıysa sonuç 0’dır.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Mantık Kapıları Nerede Kullanılır?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Mantık kapıları:</a:t>
            </a:r>
          </a:p>
          <a:p>
            <a:r>
              <a:t>- İşlemcilerde</a:t>
            </a:r>
          </a:p>
          <a:p>
            <a:r>
              <a:t>- Bellek yapılarında</a:t>
            </a:r>
          </a:p>
          <a:p>
            <a:r>
              <a:t>- Dijital devrelerde kullanılır.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Doğruluk Tablosu Nedir?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Doğruluk tablosu, tüm giriş kombinasyonlarına karşılık çıkan sonuçları gösterir.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 Kapısı Doğruluk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 B  Sonuç</a:t>
            </a:r>
          </a:p>
          <a:p>
            <a:r>
              <a:t>0  0   0</a:t>
            </a:r>
          </a:p>
          <a:p>
            <a:r>
              <a:t>0  1   0</a:t>
            </a:r>
          </a:p>
          <a:p>
            <a:r>
              <a:t>1  0   0</a:t>
            </a:r>
          </a:p>
          <a:p>
            <a:r>
              <a:t>1  1   1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 Kapısı Doğruluk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 B  Sonuç</a:t>
            </a:r>
          </a:p>
          <a:p>
            <a:r>
              <a:t>0  0   0</a:t>
            </a:r>
          </a:p>
          <a:p>
            <a:r>
              <a:t>0  1   1</a:t>
            </a:r>
          </a:p>
          <a:p>
            <a:r>
              <a:t>1  0   1</a:t>
            </a:r>
          </a:p>
          <a:p>
            <a:r>
              <a:t>1  1   1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XOR Kapısı Doğruluk Tablosu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 B  Sonuç</a:t>
            </a:r>
          </a:p>
          <a:p>
            <a:r>
              <a:t>0  0   0</a:t>
            </a:r>
          </a:p>
          <a:p>
            <a:r>
              <a:t>0  1   1</a:t>
            </a:r>
          </a:p>
          <a:p>
            <a:r>
              <a:t>1  0   1</a:t>
            </a:r>
          </a:p>
          <a:p>
            <a:r>
              <a:t>1  1   0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Projesi Tanımı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 projede Python kullanarak sanal bir mantık devresi simülatörü geliştirilecektir.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Projenin Amacı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Kullanıcıdan giriş alarak mantık kapılarının nasıl çalıştığını göstermek.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Kullanıcıdan Giriş Alma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Kullanıcı 0 veya 1 değerinde girişler girer ve kapı türünü seçer.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Basit Mantık İşlemi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Örnek:</a:t>
            </a:r>
          </a:p>
          <a:p>
            <a:r>
              <a:t>A AND B</a:t>
            </a:r>
          </a:p>
          <a:p>
            <a:r>
              <a:t>Girilen değerlere göre sonuç hesaplanır.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Karmaşık Mantık İfadesi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Örnek ifade:</a:t>
            </a:r>
          </a:p>
          <a:p>
            <a:r>
              <a:t>A AND (B OR C)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Doğruluk Tablosu Oluşturma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 tüm olası giriş kombinasyonlarını deneyerek doğruluk tablosunu ekrana yazdırır.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Sonuç ve Değerlendirme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 proje sayesinde:</a:t>
            </a:r>
          </a:p>
          <a:p>
            <a:r>
              <a:t>- Mantık kapıları daha iyi anlaşılır</a:t>
            </a:r>
          </a:p>
          <a:p>
            <a:r>
              <a:t>- Python ile teorik bilgi pratiğe dökülür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